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9" name="Shape 17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471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104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se-up of the top of a hot-air balloon viewed from above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lose-up of a hot-air balloon viewed from below"/>
          <p:cNvSpPr/>
          <p:nvPr>
            <p:ph type="pic" idx="21"/>
          </p:nvPr>
        </p:nvSpPr>
        <p:spPr>
          <a:xfrm>
            <a:off x="9226574" y="1270000"/>
            <a:ext cx="16840152" cy="1118443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Hot-air balloons viewed from below against a blue sky"/>
          <p:cNvSpPr/>
          <p:nvPr>
            <p:ph type="pic" idx="22"/>
          </p:nvPr>
        </p:nvSpPr>
        <p:spPr>
          <a:xfrm>
            <a:off x="8432800" y="1263848"/>
            <a:ext cx="16850011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Hot-air balloons viewed from below against a blue sky"/>
          <p:cNvSpPr/>
          <p:nvPr>
            <p:ph type="pic" sz="quarter" idx="21"/>
          </p:nvPr>
        </p:nvSpPr>
        <p:spPr>
          <a:xfrm>
            <a:off x="15436504" y="1270000"/>
            <a:ext cx="8167167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Close-up of the top of a hot-air balloon viewed from above"/>
          <p:cNvSpPr/>
          <p:nvPr>
            <p:ph type="pic" sz="quarter" idx="22"/>
          </p:nvPr>
        </p:nvSpPr>
        <p:spPr>
          <a:xfrm>
            <a:off x="15461772" y="7085972"/>
            <a:ext cx="8148414" cy="543227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Hot-air balloons viewed from below against a blue sky"/>
          <p:cNvSpPr/>
          <p:nvPr>
            <p:ph type="pic" idx="23"/>
          </p:nvPr>
        </p:nvSpPr>
        <p:spPr>
          <a:xfrm>
            <a:off x="-124635" y="1270000"/>
            <a:ext cx="16859219" cy="1123947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Hot-air balloons viewed from below against a blue sky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Author and Date"/>
          <p:cNvSpPr txBox="1"/>
          <p:nvPr>
            <p:ph type="body" sz="quarter" idx="21" hasCustomPrompt="1"/>
          </p:nvPr>
        </p:nvSpPr>
        <p:spPr>
          <a:xfrm>
            <a:off x="1201340" y="118471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70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171" name="Body Level One…"/>
          <p:cNvSpPr txBox="1"/>
          <p:nvPr>
            <p:ph type="body" sz="quarter" idx="1" hasCustomPrompt="1"/>
          </p:nvPr>
        </p:nvSpPr>
        <p:spPr>
          <a:xfrm>
            <a:off x="1201342" y="72104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7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2" name="Python advanced lectur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Python advanced lecture 1</a:t>
            </a:r>
          </a:p>
        </p:txBody>
      </p:sp>
      <p:sp>
        <p:nvSpPr>
          <p:cNvPr id="183" name="进阶函数，数学库，进阶面向对象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进阶函数，数学库，进阶面向对象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库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库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库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38">
              <a:defRPr spc="-149" sz="7480">
                <a:solidFill>
                  <a:srgbClr val="FFFFFF"/>
                </a:solidFill>
              </a:defRPr>
            </a:lvl1pPr>
          </a:lstStyle>
          <a:p>
            <a:pPr/>
            <a:r>
              <a:t>库</a:t>
            </a:r>
          </a:p>
        </p:txBody>
      </p:sp>
      <p:sp>
        <p:nvSpPr>
          <p:cNvPr id="188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9" name="库是一种其他人写好的程序，可以打包使用…"/>
          <p:cNvSpPr txBox="1"/>
          <p:nvPr>
            <p:ph type="body" idx="1"/>
          </p:nvPr>
        </p:nvSpPr>
        <p:spPr>
          <a:xfrm>
            <a:off x="1206500" y="3050070"/>
            <a:ext cx="21971000" cy="9454446"/>
          </a:xfrm>
          <a:prstGeom prst="rect">
            <a:avLst/>
          </a:prstGeom>
        </p:spPr>
        <p:txBody>
          <a:bodyPr/>
          <a:lstStyle/>
          <a:p>
            <a:pPr/>
            <a:r>
              <a:t>库是一种其他人写好的程序，可以打包使用</a:t>
            </a:r>
          </a:p>
          <a:p>
            <a:pPr/>
            <a:r>
              <a:t>方法1：import package (as p)将库导入，命名为其他名字</a:t>
            </a:r>
          </a:p>
          <a:p>
            <a:pPr/>
            <a:r>
              <a:t>方法2:from package import module(*)从库中导入模块，*为导入所有模块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Nump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Numpy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nump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numpy</a:t>
            </a:r>
          </a:p>
        </p:txBody>
      </p:sp>
      <p:sp>
        <p:nvSpPr>
          <p:cNvPr id="194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5" name="Numpy是python的常见的数学库，用于定义常见的数学元素，例如向量，矩阵。…"/>
          <p:cNvSpPr txBox="1"/>
          <p:nvPr>
            <p:ph type="body" idx="1"/>
          </p:nvPr>
        </p:nvSpPr>
        <p:spPr>
          <a:xfrm>
            <a:off x="1206500" y="3050070"/>
            <a:ext cx="21971000" cy="9454446"/>
          </a:xfrm>
          <a:prstGeom prst="rect">
            <a:avLst/>
          </a:prstGeom>
        </p:spPr>
        <p:txBody>
          <a:bodyPr/>
          <a:lstStyle/>
          <a:p>
            <a:pPr/>
            <a:r>
              <a:t>Numpy是python的常见的数学库，用于定义常见的数学元素，例如向量，矩阵。</a:t>
            </a:r>
          </a:p>
          <a:p>
            <a:pPr/>
            <a:r>
              <a:t>Numpy还有很多的自带功能，很多的数学库都是机遇numpy开展的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cip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scipy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cip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Scipy</a:t>
            </a:r>
          </a:p>
        </p:txBody>
      </p:sp>
      <p:sp>
        <p:nvSpPr>
          <p:cNvPr id="200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1" name="Scipy是python的数学计算库。它涵盖了很多的数学计算功能，例如微积分，线性代数，解方程等…"/>
          <p:cNvSpPr txBox="1"/>
          <p:nvPr>
            <p:ph type="body" idx="1"/>
          </p:nvPr>
        </p:nvSpPr>
        <p:spPr>
          <a:xfrm>
            <a:off x="1206500" y="3050070"/>
            <a:ext cx="21971000" cy="9454446"/>
          </a:xfrm>
          <a:prstGeom prst="rect">
            <a:avLst/>
          </a:prstGeom>
        </p:spPr>
        <p:txBody>
          <a:bodyPr/>
          <a:lstStyle/>
          <a:p>
            <a:pPr/>
            <a:r>
              <a:t>Scipy是python的数学计算库。它涵盖了很多的数学计算功能，例如微积分，线性代数，解方程等</a:t>
            </a:r>
          </a:p>
          <a:p>
            <a:pPr/>
            <a:r>
              <a:t>Scipy是一个基于numpy的库，需要用到很多的numpy的功能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matplotlib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matplotlib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Matplotlib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Matplotlib</a:t>
            </a:r>
          </a:p>
        </p:txBody>
      </p:sp>
      <p:sp>
        <p:nvSpPr>
          <p:cNvPr id="206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7" name="matplotlib是python中最著名的绘图库，功能繁多…"/>
          <p:cNvSpPr txBox="1"/>
          <p:nvPr>
            <p:ph type="body" idx="1"/>
          </p:nvPr>
        </p:nvSpPr>
        <p:spPr>
          <a:xfrm>
            <a:off x="1206500" y="3050070"/>
            <a:ext cx="21971000" cy="9454446"/>
          </a:xfrm>
          <a:prstGeom prst="rect">
            <a:avLst/>
          </a:prstGeom>
        </p:spPr>
        <p:txBody>
          <a:bodyPr/>
          <a:lstStyle/>
          <a:p>
            <a:pPr/>
            <a:r>
              <a:t>matplotlib是python中最著名的绘图库，功能繁多</a:t>
            </a:r>
          </a:p>
          <a:p>
            <a:pPr/>
            <a:r>
              <a:t>matplotlib使用plt.figure(),plt.plot()作为核心绘图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ystem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system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ystem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System</a:t>
            </a:r>
          </a:p>
        </p:txBody>
      </p:sp>
      <p:sp>
        <p:nvSpPr>
          <p:cNvPr id="212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3" name="Python提供了很多的可以访问系统内部的库以及基本语法…"/>
          <p:cNvSpPr txBox="1"/>
          <p:nvPr>
            <p:ph type="body" idx="1"/>
          </p:nvPr>
        </p:nvSpPr>
        <p:spPr>
          <a:xfrm>
            <a:off x="1206500" y="3050070"/>
            <a:ext cx="21971000" cy="9454446"/>
          </a:xfrm>
          <a:prstGeom prst="rect">
            <a:avLst/>
          </a:prstGeom>
        </p:spPr>
        <p:txBody>
          <a:bodyPr/>
          <a:lstStyle/>
          <a:p>
            <a:pPr/>
            <a:r>
              <a:t>Python提供了很多的可以访问系统内部的库以及基本语法</a:t>
            </a:r>
          </a:p>
          <a:p>
            <a:pPr/>
            <a:r>
              <a:t>open()打开文件，通常与with连用</a:t>
            </a:r>
          </a:p>
          <a:p>
            <a:pPr/>
            <a:r>
              <a:t>常用的库有os,sys,以及pathlib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0000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