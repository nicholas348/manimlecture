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7" name="Shape 2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of the top of a hot-air balloon viewed from above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-air balloon viewed from below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Hot-air balloons viewed from below against a blue sky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Hot-air balloons viewed from below against a blue sky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the top of a hot-air balloon viewed from above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Hot-air balloons viewed from below against a blue sky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Hot-air balloons viewed from below against a blue sky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170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71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180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81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190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91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200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0" name="Python lecture 2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Python lecture 2</a:t>
            </a:r>
          </a:p>
        </p:txBody>
      </p:sp>
      <p:sp>
        <p:nvSpPr>
          <p:cNvPr id="211" name="判断，for/while循环， 基本函数，基本面向对象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判断，for/while循环， 基本函数，基本面向对象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函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函数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]函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]函数</a:t>
            </a:r>
          </a:p>
        </p:txBody>
      </p:sp>
      <p:sp>
        <p:nvSpPr>
          <p:cNvPr id="216" name="基本函数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26440">
              <a:defRPr sz="4840"/>
            </a:lvl1pPr>
          </a:lstStyle>
          <a:p>
            <a:pPr/>
            <a:r>
              <a:t>基本函数</a:t>
            </a:r>
          </a:p>
        </p:txBody>
      </p:sp>
      <p:sp>
        <p:nvSpPr>
          <p:cNvPr id="217" name="函数是python中一种强大的功能，可以将程序打包运行…"/>
          <p:cNvSpPr txBox="1"/>
          <p:nvPr>
            <p:ph type="body" idx="1"/>
          </p:nvPr>
        </p:nvSpPr>
        <p:spPr>
          <a:xfrm>
            <a:off x="1206500" y="3366250"/>
            <a:ext cx="21971000" cy="9496608"/>
          </a:xfrm>
          <a:prstGeom prst="rect">
            <a:avLst/>
          </a:prstGeom>
        </p:spPr>
        <p:txBody>
          <a:bodyPr/>
          <a:lstStyle/>
          <a:p>
            <a:pPr/>
            <a:r>
              <a:t>函数是python中一种强大的功能，可以将程序打包运行</a:t>
            </a:r>
          </a:p>
          <a:p>
            <a:pPr/>
            <a:r>
              <a:t>或者你可以将函数想象成一台机器，输入几个值，输出几个不同的值</a:t>
            </a:r>
          </a:p>
          <a:p>
            <a:pPr/>
            <a:r>
              <a:t>格式: def function_name(variable1, variable2, variable3,….):</a:t>
            </a:r>
          </a:p>
          <a:p>
            <a:pPr/>
            <a:r>
              <a:t>返回值：return value 可以返回各种类型的值</a:t>
            </a:r>
          </a:p>
          <a:p>
            <a:pPr/>
            <a:r>
              <a:t>函数可以嵌套函数，也可以嵌套自身（称为递归函数）</a:t>
            </a:r>
          </a:p>
          <a:p>
            <a:pPr/>
            <a:r>
              <a:t>注意：在正常情况下，函数必须写在调用函数行的前面，否则会报错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基本函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基本函数</a:t>
            </a:r>
          </a:p>
        </p:txBody>
      </p:sp>
      <p:sp>
        <p:nvSpPr>
          <p:cNvPr id="220" name="lambda函数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26440">
              <a:defRPr sz="4840"/>
            </a:lvl1pPr>
          </a:lstStyle>
          <a:p>
            <a:pPr/>
            <a:r>
              <a:t>lambda函数</a:t>
            </a:r>
          </a:p>
        </p:txBody>
      </p:sp>
      <p:sp>
        <p:nvSpPr>
          <p:cNvPr id="221" name="Lambda 函数：一个没有名字的函数…"/>
          <p:cNvSpPr txBox="1"/>
          <p:nvPr>
            <p:ph type="body" idx="1"/>
          </p:nvPr>
        </p:nvSpPr>
        <p:spPr>
          <a:xfrm>
            <a:off x="1206500" y="3366250"/>
            <a:ext cx="21971000" cy="9496608"/>
          </a:xfrm>
          <a:prstGeom prst="rect">
            <a:avLst/>
          </a:prstGeom>
        </p:spPr>
        <p:txBody>
          <a:bodyPr/>
          <a:lstStyle/>
          <a:p>
            <a:pPr/>
            <a:r>
              <a:t>Lambda 函数：一个没有名字的函数</a:t>
            </a:r>
          </a:p>
          <a:p>
            <a:pPr/>
            <a:r>
              <a:t>格式：lambda variable1,variable2,… : function</a:t>
            </a:r>
          </a:p>
          <a:p>
            <a:pPr/>
            <a:r>
              <a:t>等同于 def  (没有名字）（variable1,variable2,….):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函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函数</a:t>
            </a:r>
          </a:p>
        </p:txBody>
      </p:sp>
      <p:sp>
        <p:nvSpPr>
          <p:cNvPr id="224" name="Keyword-only参数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26440">
              <a:defRPr sz="4840"/>
            </a:lvl1pPr>
          </a:lstStyle>
          <a:p>
            <a:pPr/>
            <a:r>
              <a:t>Keyword-only参数</a:t>
            </a:r>
          </a:p>
        </p:txBody>
      </p:sp>
      <p:sp>
        <p:nvSpPr>
          <p:cNvPr id="225" name="Keyword-only参数是一种特殊的参数，在调用时可以打乱顺序，使得可读性提升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Keyword-only参数是一种特殊的参数，在调用时可以打乱顺序，使得可读性提升</a:t>
            </a:r>
          </a:p>
          <a:p>
            <a:pPr/>
            <a:r>
              <a:t>格式：def func(normal_arg1,normal_arg2,…..,*,arg1, arg2…….):</a:t>
            </a:r>
          </a:p>
          <a:p>
            <a:pPr/>
            <a:r>
              <a:t>调用：func(value1,value2,…,arg1=,arg2=,…..)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函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函数</a:t>
            </a:r>
          </a:p>
        </p:txBody>
      </p:sp>
      <p:sp>
        <p:nvSpPr>
          <p:cNvPr id="228" name="* args, **kwarg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* args, **kwargs</a:t>
            </a:r>
          </a:p>
        </p:txBody>
      </p:sp>
      <p:sp>
        <p:nvSpPr>
          <p:cNvPr id="229" name="*args 以及**kwargs都可以使函数接收非固定数量的变量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*args 以及**kwargs都可以使函数接收非固定数量的变量</a:t>
            </a:r>
          </a:p>
          <a:p>
            <a:pPr/>
            <a:r>
              <a:t>*args接收非关键字类型的变量, 为元组输入</a:t>
            </a:r>
          </a:p>
          <a:p>
            <a:pPr/>
            <a:r>
              <a:t>Kwargs接收关键字类型的变量, 为字典输入</a:t>
            </a:r>
          </a:p>
          <a:p>
            <a:pPr/>
            <a:r>
              <a:t>如果在有*args的变量情况下，格式变为func(normal_arg,*args,kw_only,*kwargs):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函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函数</a:t>
            </a:r>
          </a:p>
        </p:txBody>
      </p:sp>
      <p:sp>
        <p:nvSpPr>
          <p:cNvPr id="232" name="Type hin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Type hint</a:t>
            </a:r>
          </a:p>
        </p:txBody>
      </p:sp>
      <p:sp>
        <p:nvSpPr>
          <p:cNvPr id="233" name="Type hint是作用于函数的一种方法,可以指示出一个函数的输入和输出的数据类型，可以增加可读性，同时可以排查错误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Type hint是作用于函数的一种方法,可以指示出一个函数的输入和输出的数据类型，可以增加可读性，同时可以排查错误</a:t>
            </a:r>
          </a:p>
          <a:p>
            <a:pPr/>
            <a:r>
              <a:t>格式：def(arg1:data type,….)-&gt;data type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数据集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数据集合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数据列表"/>
          <p:cNvSpPr txBox="1"/>
          <p:nvPr>
            <p:ph type="title"/>
          </p:nvPr>
        </p:nvSpPr>
        <p:spPr>
          <a:xfrm>
            <a:off x="1412984" y="1421784"/>
            <a:ext cx="21971001" cy="1433163"/>
          </a:xfrm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数据列表</a:t>
            </a:r>
          </a:p>
        </p:txBody>
      </p:sp>
      <p:sp>
        <p:nvSpPr>
          <p:cNvPr id="238" name="list"/>
          <p:cNvSpPr txBox="1"/>
          <p:nvPr>
            <p:ph type="body" idx="21"/>
          </p:nvPr>
        </p:nvSpPr>
        <p:spPr>
          <a:xfrm>
            <a:off x="1412984" y="2433676"/>
            <a:ext cx="21971001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list</a:t>
            </a:r>
          </a:p>
        </p:txBody>
      </p:sp>
      <p:sp>
        <p:nvSpPr>
          <p:cNvPr id="239" name="List:[a,b,c,d,…..]，可以更改，有顺序要求，元素可重复…"/>
          <p:cNvSpPr txBox="1"/>
          <p:nvPr>
            <p:ph type="body" idx="1"/>
          </p:nvPr>
        </p:nvSpPr>
        <p:spPr>
          <a:xfrm>
            <a:off x="1206500" y="3759422"/>
            <a:ext cx="21971000" cy="10007468"/>
          </a:xfrm>
          <a:prstGeom prst="rect">
            <a:avLst/>
          </a:prstGeom>
        </p:spPr>
        <p:txBody>
          <a:bodyPr/>
          <a:lstStyle/>
          <a:p>
            <a:pPr/>
            <a:r>
              <a:t>List:[a,b,c,d,…..]，可以更改，有顺序要求，元素可重复</a:t>
            </a:r>
          </a:p>
          <a:p>
            <a:pPr/>
            <a:r>
              <a:t>list中的元素不一定是int,也可以是其他的类型，比如list</a:t>
            </a:r>
          </a:p>
          <a:p>
            <a:pPr/>
            <a:r>
              <a:t>常见方法：list[a]查找第a个元素，append（）在列表末尾添加一个元素，insert(index, item)，在指定的index 位置插入一个元素，pop([index]),移除并返回指定位置（index）的元素。如果不指定index，则移除并返回最后一个元素。</a:t>
            </a:r>
          </a:p>
          <a:p>
            <a:pPr/>
            <a:r>
              <a:t>还有其他的不常见方法，感兴趣可以了解一下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函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函数</a:t>
            </a:r>
          </a:p>
        </p:txBody>
      </p:sp>
      <p:sp>
        <p:nvSpPr>
          <p:cNvPr id="242" name="For循环：enhanced for loop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26440">
              <a:defRPr sz="4840"/>
            </a:lvl1pPr>
          </a:lstStyle>
          <a:p>
            <a:pPr/>
            <a:r>
              <a:t>For循环：enhanced for loop</a:t>
            </a:r>
          </a:p>
        </p:txBody>
      </p:sp>
      <p:sp>
        <p:nvSpPr>
          <p:cNvPr id="243" name="For也可以用于简便的表示lis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For也可以用于简便的表示list</a:t>
            </a:r>
          </a:p>
          <a:p>
            <a:pPr/>
            <a:r>
              <a:t>格式：[有关i的数据 for I in range()/ list]</a:t>
            </a:r>
          </a:p>
          <a:p>
            <a:pPr/>
            <a:r>
              <a:t>等效于[i=1时的数据，i=2时的数据，…..]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数据列表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数据列表</a:t>
            </a:r>
          </a:p>
        </p:txBody>
      </p:sp>
      <p:sp>
        <p:nvSpPr>
          <p:cNvPr id="246" name="Tupl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Tuple</a:t>
            </a:r>
          </a:p>
        </p:txBody>
      </p:sp>
      <p:sp>
        <p:nvSpPr>
          <p:cNvPr id="247" name="Tuple:(a,b,c,d,…..),不可更改，有顺序要求，元素可重复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Tuple:(a,b,c,d,…..),不可更改，有顺序要求，元素可重复</a:t>
            </a:r>
          </a:p>
          <a:p>
            <a:pPr/>
            <a:r>
              <a:t>方法：count()计算给定元素在列表中的出现次数，index(value, start, end)查找元素在给定区间内的第一次出现的位置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数据列表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数据列表</a:t>
            </a:r>
          </a:p>
        </p:txBody>
      </p:sp>
      <p:sp>
        <p:nvSpPr>
          <p:cNvPr id="250" name="se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set</a:t>
            </a:r>
          </a:p>
        </p:txBody>
      </p:sp>
      <p:sp>
        <p:nvSpPr>
          <p:cNvPr id="251" name="Set:{a,b,c,d,…..},可以更改，无顺序要求，元素不重复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Set:{a,b,c,d,…..},可以更改，无顺序要求，元素不重复</a:t>
            </a:r>
          </a:p>
          <a:p>
            <a:pPr/>
            <a:r>
              <a:t>常见方法：add()增加元素，discard()减少元素，如果元素不存在不报错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数据列表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数据列表</a:t>
            </a:r>
          </a:p>
        </p:txBody>
      </p:sp>
      <p:sp>
        <p:nvSpPr>
          <p:cNvPr id="254" name="Dictionary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Dictionary</a:t>
            </a:r>
          </a:p>
        </p:txBody>
      </p:sp>
      <p:sp>
        <p:nvSpPr>
          <p:cNvPr id="255" name="Dictionary:{a1:a2, b1:b2, c1,c2,….},或dict(a1=a2,b1=b2,…..}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Dictionary:{a1:a2, b1:b2, c1,c2,….},或dict(a1=a2,b1=b2,…..}</a:t>
            </a:r>
          </a:p>
          <a:p>
            <a:pPr/>
            <a:r>
              <a:t>常见方法：dict[word]通过输入返回值，dict.get(word, default)安全访问dict[age] = 10修改或添加新的键值对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