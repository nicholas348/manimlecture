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7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7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698500" indent="-698500">
              <a:defRPr sz="5500">
                <a:solidFill>
                  <a:srgbClr val="FFFFFF"/>
                </a:solidFill>
              </a:defRPr>
            </a:lvl1pPr>
            <a:lvl2pPr marL="1308100" indent="-698500">
              <a:defRPr sz="5500">
                <a:solidFill>
                  <a:srgbClr val="FFFFFF"/>
                </a:solidFill>
              </a:defRPr>
            </a:lvl2pPr>
            <a:lvl3pPr marL="1917700" indent="-698500">
              <a:defRPr sz="5500">
                <a:solidFill>
                  <a:srgbClr val="FFFFFF"/>
                </a:solidFill>
              </a:defRPr>
            </a:lvl3pPr>
            <a:lvl4pPr marL="2527300" indent="-698500">
              <a:defRPr sz="5500">
                <a:solidFill>
                  <a:srgbClr val="FFFFFF"/>
                </a:solidFill>
              </a:defRPr>
            </a:lvl4pPr>
            <a:lvl5pPr marL="3136900" indent="-698500">
              <a:defRPr sz="5500">
                <a:solidFill>
                  <a:srgbClr val="FFFFFF"/>
                </a:solidFill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Manim lecture 2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Manim lecture 2</a:t>
            </a:r>
          </a:p>
        </p:txBody>
      </p:sp>
      <p:sp>
        <p:nvSpPr>
          <p:cNvPr id="18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常用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常用mobject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常用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常用的mobject</a:t>
            </a:r>
          </a:p>
        </p:txBody>
      </p:sp>
      <p:sp>
        <p:nvSpPr>
          <p:cNvPr id="18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189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194" name="VGroup: 一类特殊的mobject,表示几个monject的集合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VGroup: 一类特殊的mobject,表示几个monject的集合</a:t>
            </a:r>
          </a:p>
          <a:p>
            <a:pPr/>
            <a:r>
              <a:t>表示：VGroup(a,b,c,…)</a:t>
            </a:r>
          </a:p>
          <a:p>
            <a:pPr/>
            <a:r>
              <a:t>常见特殊方法：add(+/+=, 增加mobject),remove(-/-=,去除mobject),arrange(排列），animate.shuffle(打乱）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197" name="Updater:使得一个vmobject可以在每一帧实时更新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Updater:使得一个vmobject可以在每一帧实时更新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2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01" name="Valuetracker 可以用于追踪实变量，可以用于参数动画制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Valuetracker 可以用于追踪实变量，可以用于参数动画制作</a:t>
            </a:r>
          </a:p>
          <a:p>
            <a:pPr/>
            <a:r>
              <a:t>常见方法：get_value得到当前valuetracker的值，set_value，increment_value增加值,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late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latex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Late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74" sz="8700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Latex</a:t>
            </a:r>
          </a:p>
        </p:txBody>
      </p:sp>
      <p:sp>
        <p:nvSpPr>
          <p:cNvPr id="2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07" name="Latex是一种使用电脑编程来渲染数学公式的一种方法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Latex是一种使用电脑编程来渲染数学公式的一种方法。</a:t>
            </a:r>
          </a:p>
          <a:p>
            <a:pPr/>
            <a:r>
              <a:t>Latex非常快捷，同时简单易上手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hreeDSce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ThreeDScene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22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21" name="Valuetracker 可以用于追踪实变量，可以用于参数动画制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Valuetracker 可以用于追踪实变量，可以用于参数动画制作</a:t>
            </a:r>
          </a:p>
          <a:p>
            <a:pPr/>
            <a:r>
              <a:t>常见方法：get_value得到当前valuetracker的值，set_value，increment_value增加值, add_updator增加更新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22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25" name="Valuetracker 可以用于追踪实变量，可以用于参数动画制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Valuetracker 可以用于追踪实变量，可以用于参数动画制作</a:t>
            </a:r>
          </a:p>
          <a:p>
            <a:pPr/>
            <a:r>
              <a:t>常见方法：get_value得到当前valuetracker的值，set_value，increment_value增加值, add_updator增加更新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22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29" name="Valuetracker 可以用于追踪实变量，可以用于参数动画制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Valuetracker 可以用于追踪实变量，可以用于参数动画制作</a:t>
            </a:r>
          </a:p>
          <a:p>
            <a:pPr/>
            <a:r>
              <a:t>常见方法：get_value得到当前valuetracker的值，set_value，increment_value增加值, add_updator增加更新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23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33" name="Valuetracker 可以用于追踪实变量，可以用于参数动画制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Valuetracker 可以用于追踪实变量，可以用于参数动画制作</a:t>
            </a:r>
          </a:p>
          <a:p>
            <a:pPr/>
            <a:r>
              <a:t>常见方法：get_value得到当前valuetracker的值，set_value，increment_value增加值, add_updator增加更新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特殊的mob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pPr/>
            <a:r>
              <a:t>特殊的mobject</a:t>
            </a:r>
          </a:p>
        </p:txBody>
      </p:sp>
      <p:sp>
        <p:nvSpPr>
          <p:cNvPr id="23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</a:defRPr>
            </a:pPr>
          </a:p>
        </p:txBody>
      </p:sp>
      <p:sp>
        <p:nvSpPr>
          <p:cNvPr id="237" name="Valuetracker 可以用于追踪实变量，可以用于参数动画制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Valuetracker 可以用于追踪实变量，可以用于参数动画制作</a:t>
            </a:r>
          </a:p>
          <a:p>
            <a:pPr/>
            <a:r>
              <a:t>常见方法：get_value得到当前valuetracker的值，set_value，increment_value增加值, add_updator增加更新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