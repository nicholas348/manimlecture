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381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381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381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381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381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381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003462"/>
          </a:solidFill>
        </a:fill>
      </a:tcStyle>
    </a:band2H>
    <a:firstCol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3462"/>
          </a:solidFill>
        </a:fill>
      </a:tcStyle>
    </a:lastRow>
    <a:fir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38100" cap="flat">
              <a:solidFill>
                <a:srgbClr val="003462"/>
              </a:solidFill>
              <a:prstDash val="solid"/>
              <a:round/>
            </a:ln>
          </a:top>
          <a:bottom>
            <a:ln w="127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3462"/>
        </a:fontRef>
        <a:srgbClr val="003462"/>
      </a:tcTxStyle>
      <a:tcStyle>
        <a:tcBdr>
          <a:left>
            <a:ln w="12700" cap="flat">
              <a:solidFill>
                <a:srgbClr val="003462"/>
              </a:solidFill>
              <a:prstDash val="solid"/>
              <a:round/>
            </a:ln>
          </a:left>
          <a:right>
            <a:ln w="12700" cap="flat">
              <a:solidFill>
                <a:srgbClr val="003462"/>
              </a:solidFill>
              <a:prstDash val="solid"/>
              <a:round/>
            </a:ln>
          </a:right>
          <a:top>
            <a:ln w="12700" cap="flat">
              <a:solidFill>
                <a:srgbClr val="003462"/>
              </a:solidFill>
              <a:prstDash val="solid"/>
              <a:round/>
            </a:ln>
          </a:top>
          <a:bottom>
            <a:ln w="38100" cap="flat">
              <a:solidFill>
                <a:srgbClr val="003462"/>
              </a:solidFill>
              <a:prstDash val="solid"/>
              <a:round/>
            </a:ln>
          </a:bottom>
          <a:insideH>
            <a:ln w="12700" cap="flat">
              <a:solidFill>
                <a:srgbClr val="003462"/>
              </a:solidFill>
              <a:prstDash val="solid"/>
              <a:round/>
            </a:ln>
          </a:insideH>
          <a:insideV>
            <a:ln w="12700" cap="flat">
              <a:solidFill>
                <a:srgbClr val="00346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471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FFFFFF"/>
                </a:solidFill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104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245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7"/>
            <a:ext cx="16850011" cy="1118820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4D80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4D80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4D80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4D80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4D80"/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80824" y="10675453"/>
            <a:ext cx="201492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solidFill>
                  <a:srgbClr val="004D8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8" cy="54229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5" cy="5432277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6" y="1270000"/>
            <a:ext cx="16859220" cy="1123948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4D8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sz="quarter" idx="1"/>
          </p:nvPr>
        </p:nvSpPr>
        <p:spPr>
          <a:xfrm>
            <a:off x="1201341" y="118471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Manim advanced lecture 2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Manim advanced lecture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ection Title"/>
          <p:cNvSpPr txBox="1"/>
          <p:nvPr>
            <p:ph type="title"/>
          </p:nvPr>
        </p:nvSpPr>
        <p:spPr>
          <a:xfrm>
            <a:off x="1206495" y="4533900"/>
            <a:ext cx="21971006" cy="4648200"/>
          </a:xfrm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rgbClr val="56C1FF"/>
                    </a:gs>
                    <a:gs pos="100000">
                      <a:srgbClr val="0076BA"/>
                    </a:gs>
                  </a:gsLst>
                  <a:lin ang="5400000" scaled="0"/>
                </a:gra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rgbClr val="56C1FF"/>
                    </a:gs>
                    <a:gs pos="100000">
                      <a:srgbClr val="0076BA"/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177" name="Slide Subtitle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56C1FF"/>
                </a:solidFill>
              </a:defRPr>
            </a:pPr>
          </a:p>
        </p:txBody>
      </p:sp>
      <p:sp>
        <p:nvSpPr>
          <p:cNvPr id="178" name="Slide bullet text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0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1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2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3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4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85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rgbClr val="56C1FF"/>
                    </a:gs>
                    <a:gs pos="100000">
                      <a:srgbClr val="0076BA"/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188" name="Slide Subtitle"/>
          <p:cNvSpPr txBox="1"/>
          <p:nvPr>
            <p:ph type="body" sz="quarter" idx="1"/>
          </p:nvPr>
        </p:nvSpPr>
        <p:spPr>
          <a:xfrm>
            <a:off x="1206500" y="2245961"/>
            <a:ext cx="21971000" cy="93478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56C1FF"/>
                </a:solidFill>
              </a:defRPr>
            </a:pPr>
          </a:p>
        </p:txBody>
      </p:sp>
      <p:sp>
        <p:nvSpPr>
          <p:cNvPr id="189" name="Slide bullet text"/>
          <p:cNvSpPr txBox="1"/>
          <p:nvPr>
            <p:ph type="body" idx="2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VectorScene"/>
          <p:cNvSpPr txBox="1"/>
          <p:nvPr/>
        </p:nvSpPr>
        <p:spPr>
          <a:xfrm>
            <a:off x="11754036" y="6718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1" name="VectorScene"/>
          <p:cNvSpPr txBox="1"/>
          <p:nvPr/>
        </p:nvSpPr>
        <p:spPr>
          <a:xfrm>
            <a:off x="11881036" y="6845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2" name="VectorScene"/>
          <p:cNvSpPr txBox="1"/>
          <p:nvPr/>
        </p:nvSpPr>
        <p:spPr>
          <a:xfrm>
            <a:off x="12008036" y="6972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3" name="VectorScene"/>
          <p:cNvSpPr txBox="1"/>
          <p:nvPr/>
        </p:nvSpPr>
        <p:spPr>
          <a:xfrm>
            <a:off x="12135036" y="7099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4" name="VectorScene"/>
          <p:cNvSpPr txBox="1"/>
          <p:nvPr/>
        </p:nvSpPr>
        <p:spPr>
          <a:xfrm>
            <a:off x="12262036" y="7226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5" name="VectorScene"/>
          <p:cNvSpPr txBox="1"/>
          <p:nvPr/>
        </p:nvSpPr>
        <p:spPr>
          <a:xfrm>
            <a:off x="12389036" y="7353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  <p:sp>
        <p:nvSpPr>
          <p:cNvPr id="196" name="VectorScene"/>
          <p:cNvSpPr txBox="1"/>
          <p:nvPr/>
        </p:nvSpPr>
        <p:spPr>
          <a:xfrm>
            <a:off x="12516036" y="7480300"/>
            <a:ext cx="87592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VectorScene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46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46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