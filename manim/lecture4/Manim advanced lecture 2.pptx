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Manim advanced lecture 2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Manim advanced lecture 2</a:t>
            </a:r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ection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1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179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1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2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3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4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5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6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18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190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2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3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4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5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6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7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01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3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4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5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6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7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08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1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1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4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5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6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7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8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19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2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2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25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26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27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28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29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30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3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34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36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37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38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39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40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41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4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45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47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48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49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50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51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52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5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56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58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59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60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61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62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63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6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67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69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70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71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72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73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74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7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78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9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0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1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2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3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4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85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8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289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0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1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2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3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4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5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296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9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300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2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3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4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5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6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07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31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311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2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3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4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5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6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7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18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32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chemeClr val="accent1">
                    <a:lumOff val="16847"/>
                  </a:schemeClr>
                </a:solidFill>
              </a:defRPr>
            </a:pPr>
          </a:p>
        </p:txBody>
      </p:sp>
      <p:sp>
        <p:nvSpPr>
          <p:cNvPr id="32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4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5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6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7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8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329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