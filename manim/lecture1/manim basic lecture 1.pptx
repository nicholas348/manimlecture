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/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Hot-air balloons viewed from below against a blue sky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>
                <a:solidFill>
                  <a:srgbClr val="000000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>
                <a:solidFill>
                  <a:srgbClr val="000000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>
                <a:solidFill>
                  <a:srgbClr val="000000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>
                <a:solidFill>
                  <a:srgbClr val="000000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>
                <a:solidFill>
                  <a:srgbClr val="000000"/>
                </a:solidFill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ot-air balloons viewed from below against a blue sky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the top of a hot-air balloon viewed from above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Hot-air balloons viewed from below against a blue sky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ot-air balloons viewed from below against a blue sky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98500" marR="0" indent="-6985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5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308100" marR="0" indent="-6985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5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917700" marR="0" indent="-6985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5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527300" marR="0" indent="-6985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5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136900" marR="0" indent="-6985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5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746500" marR="0" indent="-6985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5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356100" marR="0" indent="-6985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5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965700" marR="0" indent="-6985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5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575300" marR="0" indent="-6985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5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Manim teaching lectur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Manim teaching lecture 1</a:t>
            </a:r>
          </a:p>
        </p:txBody>
      </p:sp>
      <p:sp>
        <p:nvSpPr>
          <p:cNvPr id="172" name="推荐网站，安装与运行，基本结构，三大基本元素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推荐网站，安装与运行，基本结构，三大基本元素</a:t>
            </a:r>
          </a:p>
        </p:txBody>
      </p:sp>
      <p:sp>
        <p:nvSpPr>
          <p:cNvPr id="173" name="Nicky Niu"/>
          <p:cNvSpPr txBox="1"/>
          <p:nvPr/>
        </p:nvSpPr>
        <p:spPr>
          <a:xfrm>
            <a:off x="1201340" y="11847162"/>
            <a:ext cx="21971003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Nicky Niu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推荐网站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推荐网站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推荐网站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推荐网站</a:t>
            </a:r>
          </a:p>
        </p:txBody>
      </p:sp>
      <p:sp>
        <p:nvSpPr>
          <p:cNvPr id="178" name="https://www.manim.community/…"/>
          <p:cNvSpPr txBox="1"/>
          <p:nvPr>
            <p:ph type="body" idx="1"/>
          </p:nvPr>
        </p:nvSpPr>
        <p:spPr>
          <a:xfrm>
            <a:off x="1206500" y="2214964"/>
            <a:ext cx="21971000" cy="10289552"/>
          </a:xfrm>
          <a:prstGeom prst="rect">
            <a:avLst/>
          </a:prstGeom>
        </p:spPr>
        <p:txBody>
          <a:bodyPr/>
          <a:lstStyle/>
          <a:p>
            <a:pPr marL="609600" indent="-609600"/>
            <a:r>
              <a:t>https://www.manim.community/ </a:t>
            </a:r>
          </a:p>
          <a:p>
            <a:pPr marL="0" indent="0">
              <a:buSzTx/>
              <a:buNone/>
            </a:pPr>
            <a:r>
              <a:t>manim的官方网站，可以互动</a:t>
            </a:r>
          </a:p>
          <a:p>
            <a:pPr marL="609600" indent="-609600"/>
            <a:r>
              <a:t> https://www.youtube.com/watch?v=ENMyFGmq5OA</a:t>
            </a:r>
          </a:p>
          <a:p>
            <a:pPr marL="0" indent="0">
              <a:buSzTx/>
              <a:buNone/>
            </a:pPr>
            <a:r>
              <a:t>manim基础教学视频，步骤详细（具体观看series中的内容）</a:t>
            </a:r>
          </a:p>
          <a:p>
            <a:pPr/>
            <a:r>
              <a:t>https://www.youtube.com/watch?v=rUsUrbWb2D4&amp;list=PLsMrDyoG1sZm6-jIUQCgN3BVyEVOZz3LQ</a:t>
            </a:r>
          </a:p>
          <a:p>
            <a:pPr marL="0" indent="0">
              <a:buSzTx/>
              <a:buNone/>
            </a:pPr>
            <a:r>
              <a:t>Manim的高级教程，涵盖了很多有用的快速编程的方法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基础结构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基础结构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基础结构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基础结构</a:t>
            </a:r>
          </a:p>
        </p:txBody>
      </p:sp>
      <p:sp>
        <p:nvSpPr>
          <p:cNvPr id="18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Manim的基础为一个面向对象scene程序的construct 方法重写，具体为：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Manim的基础为一个面向对象scene程序的construct 方法重写，具体为：</a:t>
            </a:r>
          </a:p>
          <a:p>
            <a:pPr marL="0" indent="0">
              <a:buSzTx/>
              <a:buNone/>
            </a:pPr>
            <a:r>
              <a:t>Class MyScene(Scene):</a:t>
            </a:r>
          </a:p>
          <a:p>
            <a:pPr lvl="4" marL="0" indent="1828800">
              <a:buSzTx/>
              <a:buNone/>
            </a:pPr>
            <a:r>
              <a:t>Def construct(self):</a:t>
            </a:r>
          </a:p>
          <a:p>
            <a:pPr lvl="7" marL="0" indent="3200400">
              <a:buSzTx/>
              <a:buNone/>
            </a:pPr>
            <a:r>
              <a:t>动画内容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manim三大元素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manim三大元素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manim三大要素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manim三大要素</a:t>
            </a:r>
          </a:p>
        </p:txBody>
      </p:sp>
      <p:sp>
        <p:nvSpPr>
          <p:cNvPr id="18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Mobject:描述演示的对象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Mobject:描述演示的对象</a:t>
            </a:r>
          </a:p>
          <a:p>
            <a:pPr/>
          </a:p>
          <a:p>
            <a:pPr/>
            <a:r>
              <a:t>Animantion:描述一个mobject变化到另一个mobject的过程</a:t>
            </a:r>
          </a:p>
          <a:p>
            <a:pPr/>
          </a:p>
          <a:p>
            <a:pPr/>
            <a:r>
              <a:t>Scene:manim的环境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Manim 三大要素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Manim 三大要素</a:t>
            </a:r>
          </a:p>
        </p:txBody>
      </p:sp>
      <p:sp>
        <p:nvSpPr>
          <p:cNvPr id="193" name="Mobjec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1">
                    <a:lumOff val="16847"/>
                  </a:schemeClr>
                </a:solidFill>
              </a:defRPr>
            </a:lvl1pPr>
          </a:lstStyle>
          <a:p>
            <a:pPr/>
            <a:r>
              <a:t>Mobject</a:t>
            </a:r>
          </a:p>
        </p:txBody>
      </p:sp>
      <p:sp>
        <p:nvSpPr>
          <p:cNvPr id="194" name="Mobject 是manim的演示对象，manim是基于他们开展演示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Mobject 是manim的演示对象，manim是基于他们开展演示的</a:t>
            </a:r>
          </a:p>
          <a:p>
            <a:pPr/>
            <a:r>
              <a:t>常见：Circle, Square, arc等</a:t>
            </a:r>
          </a:p>
          <a:p>
            <a:pPr/>
            <a:r>
              <a:t>常见方法：shift, move_to, next_to, scale, rotate, become, set_color, set_fill, set_opacity, .animate等。可以用ai搜一下具体怎么用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manim三大要素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manim三大要素</a:t>
            </a:r>
          </a:p>
        </p:txBody>
      </p:sp>
      <p:sp>
        <p:nvSpPr>
          <p:cNvPr id="197" name="Animation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1">
                    <a:lumOff val="16847"/>
                  </a:schemeClr>
                </a:solidFill>
              </a:defRPr>
            </a:lvl1pPr>
          </a:lstStyle>
          <a:p>
            <a:pPr/>
            <a:r>
              <a:t>Animation</a:t>
            </a:r>
          </a:p>
        </p:txBody>
      </p:sp>
      <p:sp>
        <p:nvSpPr>
          <p:cNvPr id="198" name="animation描述一个mobject转换为另一个mobject的过程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animation描述一个mobject转换为另一个mobject的过程</a:t>
            </a:r>
          </a:p>
          <a:p>
            <a:pPr/>
            <a:r>
              <a:t>在外面要包裹self.play()</a:t>
            </a:r>
          </a:p>
          <a:p>
            <a:pPr/>
            <a:r>
              <a:t>常见：Create(), Write(), DrawBorderThenFill(), Uncreate(), FadeIn(), Transform(), ReplacementTransform(), MoveToTarget(), .animate, MoveAlongPath(),Rotate()等。可以用ai搜一下具体怎么用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manim三大要素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manim三大要素</a:t>
            </a:r>
          </a:p>
        </p:txBody>
      </p:sp>
      <p:sp>
        <p:nvSpPr>
          <p:cNvPr id="201" name="Scen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1">
                    <a:lumOff val="16847"/>
                  </a:schemeClr>
                </a:solidFill>
              </a:defRPr>
            </a:lvl1pPr>
          </a:lstStyle>
          <a:p>
            <a:pPr/>
            <a:r>
              <a:t>Scene</a:t>
            </a:r>
          </a:p>
        </p:txBody>
      </p:sp>
      <p:sp>
        <p:nvSpPr>
          <p:cNvPr id="202" name="Scene 是manim的主体，manim的动画演示就是重写scene中的construct方法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Scene 是manim的主体，manim的动画演示就是重写scene中的construct方法</a:t>
            </a:r>
          </a:p>
          <a:p>
            <a:pPr/>
            <a:r>
              <a:t>常见方法：play, wait, add等。可以用ai搜一下具体怎么用</a:t>
            </a:r>
          </a:p>
          <a:p>
            <a:pPr/>
            <a:r>
              <a:t>有各种供给特殊需求的特殊scene, 例如ThreeDScene，VectorScene等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3462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5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5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